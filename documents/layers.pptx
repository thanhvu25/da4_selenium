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5" autoAdjust="0"/>
    <p:restoredTop sz="94660"/>
  </p:normalViewPr>
  <p:slideViewPr>
    <p:cSldViewPr snapToGrid="0">
      <p:cViewPr>
        <p:scale>
          <a:sx n="84" d="100"/>
          <a:sy n="84" d="100"/>
        </p:scale>
        <p:origin x="-36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7726-1AE2-4CC6-B65E-CCB1F0D5B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A1C99-0986-4098-A8C4-4C5E14754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9BAF6-E733-4C30-A32C-D6DF4F97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34472-4076-4E65-8622-5984DE36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B3DE6-A213-4161-A2A6-C602DD91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2EC61-6620-44E7-A1B3-69528504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41BAE-F5EC-486C-9B12-56DD1A31A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74592-3FAA-42B9-9557-9947CB61F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F21C6-491B-4FEB-9FF0-4C57C4DE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1D65-FC67-4894-8805-9642FBA2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68CE-02CA-4100-AFCC-4FB31BD17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39AD5-A9C3-4FD4-B3E0-7364672E6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6D1A3-0F18-4578-BC73-9AE6F4C8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B9F3-FFF8-44ED-9847-568E5B3F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62B2E-5B23-424E-AA2A-E709801A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9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4A19-C632-413B-A7A6-75DA73B4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22684-3772-4BE7-883A-5F044EA57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85393-189C-4B2A-BD05-B746FF62F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14E4D-B409-4100-AD6F-62774FE5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CB5F2-E6B6-4AFB-B6EB-9654B9B0F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1426F-9ABD-49BD-AA8D-2D20B776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CAAE-ADBC-4A2E-843E-9FC83F7EC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C0EE4-0F72-4513-B9C0-FE2EF7254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FCFB7-91AD-4006-B465-0D36AD1C6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B342C-B7FD-4AE5-BFA9-C90C0CB79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E96DB-FF23-4AB8-A146-A2C48ECED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F6600-2B3F-47CB-A465-EDFFBF76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344DB-48A8-47BD-A5B4-F90FD280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15398C-CFB6-47C9-A9A5-C401794AE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7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EA7F-BD1B-4D85-B3FD-E7FE86A1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D30D3-039D-490A-A36F-69CBB4DD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CEE1C-FB60-42C5-B135-458F30BA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6AAA-405F-4D36-87F6-3CE3DBF2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5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7EEA8-E56A-4E83-93D7-A9BC36C57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B0213-E347-4C02-B994-A4A60D26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7FFD2-5368-425E-9F9B-B390793A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2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D387-774F-4180-A7D7-CD867E029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DC5AE-FD52-47A7-BBE1-4A6CE4203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F73BF-F2BF-445A-9C4E-8244A8A97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2D90B-4920-4031-8416-05D5B928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1E319-8E14-4B28-8611-264B48C9C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7864C-19ED-4C16-9174-FFFCF318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7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13BBE-7355-4ABB-9051-61443882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C96A8D-F438-4ED0-A036-EBEA5DFE7D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2039D-29A2-465B-B9A5-0C0CBCB1E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B504B-0E27-4BD4-9DAA-8C506785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ED9E2-CF12-4C8F-AEE4-ACD33C42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B2787-D5C6-4B33-B8D5-E7B76172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0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E8AB4-DE35-481E-87A2-FC940B98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F560A-8EA3-4776-BDA0-75ED8FF89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A81E3-484B-4992-A75F-762E88D6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42EBC-C150-4C73-9139-9FCCB393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B197C-AB04-4D60-B8AB-3B0C4685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3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DAF9C5-49A0-4DC8-944C-122498E49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30129-DD6B-4740-A2C5-E6D780104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83FE9-F1B9-4BA7-B68C-14C5A25D5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24156-2CD7-4292-9DAC-47FDAA23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EC5B2-E33E-4A86-976C-2CBC73FE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0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77BD9-D2CC-4662-BBC7-E59BF896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95DC1-8700-4026-957E-C8584949D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49D2-78A1-45B8-B1F2-4F18D75C2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44192-811D-4A56-A992-0B61A258AAF2}" type="datetimeFigureOut">
              <a:rPr lang="en-US" smtClean="0"/>
              <a:t>09/18/2026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B9839-6390-467D-8318-C485A9171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AA61E-B0B8-447E-AFDE-FD3C48E91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A8833-B809-4EB6-8461-6A58FA947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3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FF2DD6-3754-409E-9505-88E2C5C00036}"/>
              </a:ext>
            </a:extLst>
          </p:cNvPr>
          <p:cNvSpPr txBox="1"/>
          <p:nvPr/>
        </p:nvSpPr>
        <p:spPr>
          <a:xfrm>
            <a:off x="1708030" y="1182842"/>
            <a:ext cx="2656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tests/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50285-C94F-4278-957C-6E00F61B4DF2}"/>
              </a:ext>
            </a:extLst>
          </p:cNvPr>
          <p:cNvSpPr txBox="1"/>
          <p:nvPr/>
        </p:nvSpPr>
        <p:spPr>
          <a:xfrm>
            <a:off x="2870403" y="1926761"/>
            <a:ext cx="2656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test_login.py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02032-32D2-4517-AA43-8009E044D8CE}"/>
              </a:ext>
            </a:extLst>
          </p:cNvPr>
          <p:cNvSpPr txBox="1"/>
          <p:nvPr/>
        </p:nvSpPr>
        <p:spPr>
          <a:xfrm>
            <a:off x="2870402" y="2844225"/>
            <a:ext cx="2941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tests_search.py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7CAD5-4ABD-4951-87DE-80B8B96DF8BA}"/>
              </a:ext>
            </a:extLst>
          </p:cNvPr>
          <p:cNvSpPr txBox="1"/>
          <p:nvPr/>
        </p:nvSpPr>
        <p:spPr>
          <a:xfrm>
            <a:off x="2870402" y="3761689"/>
            <a:ext cx="2656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test_form.py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EE68C17-7476-4CB9-84BB-10EF520B5EA3}"/>
              </a:ext>
            </a:extLst>
          </p:cNvPr>
          <p:cNvCxnSpPr>
            <a:endCxn id="7" idx="1"/>
          </p:cNvCxnSpPr>
          <p:nvPr/>
        </p:nvCxnSpPr>
        <p:spPr>
          <a:xfrm rot="16200000" flipH="1">
            <a:off x="1479672" y="2663347"/>
            <a:ext cx="2127316" cy="65414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958B8FB-0065-4CB2-AE57-59D9A46FC6D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58832" y="2125041"/>
            <a:ext cx="1368995" cy="654146"/>
          </a:xfrm>
          <a:prstGeom prst="bentConnector3">
            <a:avLst>
              <a:gd name="adj1" fmla="val 10094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60C1884-9AFA-45F4-B550-CEF18B57D576}"/>
              </a:ext>
            </a:extLst>
          </p:cNvPr>
          <p:cNvCxnSpPr>
            <a:cxnSpLocks/>
          </p:cNvCxnSpPr>
          <p:nvPr/>
        </p:nvCxnSpPr>
        <p:spPr>
          <a:xfrm>
            <a:off x="2216255" y="1767615"/>
            <a:ext cx="654147" cy="451533"/>
          </a:xfrm>
          <a:prstGeom prst="bentConnector3">
            <a:avLst>
              <a:gd name="adj1" fmla="val -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06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Thanh Vu</dc:creator>
  <cp:lastModifiedBy>Thanh Vu</cp:lastModifiedBy>
  <cp:revision>2</cp:revision>
  <dcterms:created xsi:type="dcterms:W3CDTF">2026-09-18T01:34:44Z</dcterms:created>
  <dcterms:modified xsi:type="dcterms:W3CDTF">2026-09-18T01:39:32Z</dcterms:modified>
</cp:coreProperties>
</file>